
<file path=[Content_Types].xml><?xml version="1.0" encoding="utf-8"?>
<Types xmlns="http://schemas.openxmlformats.org/package/2006/content-types">
  <Default Extension="vml" ContentType="application/vnd.openxmlformats-officedocument.vmlDrawing"/>
  <Default Extension="m4v" ContentType="video/mp4"/>
  <Default Extension="xlsx" ContentType="application/vnd.openxmlformats-officedocument.spreadsheetml.sheet"/>
  <Default Extension="gif" ContentType="image/gif"/>
  <Default Extension="png" ContentType="image/png"/>
  <Default Extension="mp4" ContentType="video/mp4"/>
  <Default Extension="svg" ContentType="image/svg+xml"/>
  <Default Extension="jpeg" ContentType="image/jpeg"/>
  <Default Extension="rels" ContentType="application/vnd.openxmlformats-package.relationships+xml"/>
  <Default Extension="jpg" ContentType="image/jpg"/>
  <Default Extension="xml" ContentType="application/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Esse é o nosso projeto: um sistema que protege dados transportados entre Maricá e Niterói, pra empresa de segurança do Marcio Garrido.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simples: se o pendrive for perdido ou roubado no caminho, qualquer pessoa consegue ler os dados. E como não dá pra contar com internet estável em trânsito, a solução precisa funcionar offline.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Funciona em 4 passos: a pessoa digita a mensagem ou escolhe o arquivo; o programa usa a senha pra criptografar o conteúdo; o arquivo protegido vai pro pendrive, ilegível sem a senha; e no outro computador, a mesma senha destrava tudo de volta.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 deixar mais seguro, usamos 4 proteções extras: cada arquivo é criptografado de um jeito diferente, mesmo com a mesma senha; a senha é protegida contra tentativas de adivinhação; o sistema percebe se o arquivo foi alterado no caminho; e ele barra qualquer tentativa com a senha errada.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Testamos tudo isso no código final e todos os 9 testes passaram: mensagem certa, senha errada barrada, arquivo alterado detectado, arquivo incompleto rejeitado, e até mensagens grandes funcionando direito.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 construir isso, usamos Python pra fazer a criptografia, Tkinter pra tela do programa, Git e GitHub pra guardar as versões do código, PyInstaller pra transformar tudo num executável, e Trello pra organizar as tarefas.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Erick cuidou da gestão, da documentação e de programar a criptografia e a interface. Eu, Daniel, cuidei dos testes de segurança, do teste levando o pendrive entre as cidades, e de gerar o executável final.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esse sistema, o Marcio consegue transportar informações importantes com segurança total, sem depender de internet e sem medo de vazamento. Obrigado.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60120"/>
            <a:ext cx="1371600" cy="1371600"/>
          </a:xfrm>
          <a:prstGeom prst="ellipse">
            <a:avLst/>
          </a:prstGeom>
          <a:solidFill>
            <a:srgbClr val="6B0D14"/>
          </a:solidFill>
        </p:spPr>
        <p:txBody>
          <a:bodyPr/>
          <a:lstStyle/>
          <a:p/>
        </p:txBody>
      </p:sp>
      <p:sp>
        <p:nvSpPr>
          <p:cNvPr id="3" name="Text 1"/>
          <p:cNvSpPr txBox="1"/>
          <p:nvPr/>
        </p:nvSpPr>
        <p:spPr>
          <a:xfrm>
            <a:off x="5413248" y="96012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🌳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606040"/>
            <a:ext cx="10360152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Sistema Seguro de Transporte de Dados por Árvore de Criptografia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DAD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Criptografia por árvore binária + verificação de integridade, para transporte físico seguro via pendrive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80644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DAD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Erick Prata  •  Daniel Tozato de Siqueira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DAD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Cliente: Marcio Garrido — Maricá ↔ Niterói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Marcio Garrido transporta documentos sigilosos entre cidades, fisicamente ou digitalmente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🔓</a:t>
            </a:r>
            <a:endParaRPr lang="en-US" sz="234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92024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Interceptação de dados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317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Espionagem industrial ou acesso não autorizado durante o trajeto entre Maricá e Niterói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9" name="Text 7"/>
          <p:cNvSpPr txBox="1"/>
          <p:nvPr/>
        </p:nvSpPr>
        <p:spPr>
          <a:xfrm>
            <a:off x="640080" y="33832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📦</a:t>
            </a:r>
            <a:endParaRPr lang="en-US" sz="234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33756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Falta de confidencialidade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74904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Pendrive comum perdido ou furtado expõe todo o conteúdo em texto legível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13" name="Text 11"/>
          <p:cNvSpPr txBox="1"/>
          <p:nvPr/>
        </p:nvSpPr>
        <p:spPr>
          <a:xfrm>
            <a:off x="640080" y="4800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📡</a:t>
            </a:r>
            <a:endParaRPr lang="en-US" sz="234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75488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Necessidade de mobilidade offline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516636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A solução não pode depender de nuvem ou conexão instável em trânsito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BEEEE"/>
          </a:solidFill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1371600" y="2697480"/>
            <a:ext cx="822960" cy="822960"/>
          </a:xfrm>
          <a:prstGeom prst="ellipse">
            <a:avLst/>
          </a:prstGeom>
          <a:solidFill>
            <a:srgbClr val="990011"/>
          </a:solidFill>
        </p:spPr>
        <p:txBody>
          <a:bodyPr/>
          <a:lstStyle/>
          <a:p/>
        </p:txBody>
      </p:sp>
      <p:sp>
        <p:nvSpPr>
          <p:cNvPr id="5" name="Text 3"/>
          <p:cNvSpPr txBox="1"/>
          <p:nvPr/>
        </p:nvSpPr>
        <p:spPr>
          <a:xfrm>
            <a:off x="1371600" y="2697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endParaRPr lang="en-US" sz="234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033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Entrada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1605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Usuário digita a mensagem ou seleciona o arquivo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4290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001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990011"/>
          </a:solidFill>
        </p:spPr>
        <p:txBody>
          <a:bodyPr/>
          <a:lstStyle/>
          <a:p/>
        </p:txBody>
      </p:sp>
      <p:sp>
        <p:nvSpPr>
          <p:cNvPr id="11" name="Text 9"/>
          <p:cNvSpPr txBox="1"/>
          <p:nvPr/>
        </p:nvSpPr>
        <p:spPr>
          <a:xfrm>
            <a:off x="4160520" y="2697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endParaRPr lang="en-US" sz="234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7033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Árvore + XOR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1605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A senha gera uma árvore binária; o conteúdo é cifrado por blocos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4290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0011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BEEEE"/>
          </a:solidFill>
        </p:spPr>
        <p:txBody>
          <a:bodyPr/>
          <a:lstStyle/>
          <a:p/>
        </p:txBody>
      </p:sp>
      <p:sp>
        <p:nvSpPr>
          <p:cNvPr id="16" name="Shape 14"/>
          <p:cNvSpPr/>
          <p:nvPr/>
        </p:nvSpPr>
        <p:spPr>
          <a:xfrm>
            <a:off x="6949440" y="2697480"/>
            <a:ext cx="822960" cy="822960"/>
          </a:xfrm>
          <a:prstGeom prst="ellipse">
            <a:avLst/>
          </a:prstGeom>
          <a:solidFill>
            <a:srgbClr val="990011"/>
          </a:solidFill>
        </p:spPr>
        <p:txBody>
          <a:bodyPr/>
          <a:lstStyle/>
          <a:p/>
        </p:txBody>
      </p:sp>
      <p:sp>
        <p:nvSpPr>
          <p:cNvPr id="17" name="Text 15"/>
          <p:cNvSpPr txBox="1"/>
          <p:nvPr/>
        </p:nvSpPr>
        <p:spPr>
          <a:xfrm>
            <a:off x="6949440" y="2697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endParaRPr lang="en-US" sz="234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7033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Pendrive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1605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Arquivo protegido é salvo — ilegível sem a senha correta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4290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0011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915400" y="2377440"/>
            <a:ext cx="2468880" cy="2743200"/>
          </a:xfrm>
          <a:prstGeom prst="roundRect">
            <a:avLst>
              <a:gd name="adj" fmla="val 4444"/>
            </a:avLst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22" name="Shape 20"/>
          <p:cNvSpPr/>
          <p:nvPr/>
        </p:nvSpPr>
        <p:spPr>
          <a:xfrm>
            <a:off x="9738360" y="2697480"/>
            <a:ext cx="822960" cy="822960"/>
          </a:xfrm>
          <a:prstGeom prst="ellipse">
            <a:avLst/>
          </a:prstGeom>
          <a:solidFill>
            <a:srgbClr val="990011"/>
          </a:solidFill>
        </p:spPr>
        <p:txBody>
          <a:bodyPr/>
          <a:lstStyle/>
          <a:p/>
        </p:txBody>
      </p:sp>
      <p:sp>
        <p:nvSpPr>
          <p:cNvPr id="23" name="Text 21"/>
          <p:cNvSpPr txBox="1"/>
          <p:nvPr/>
        </p:nvSpPr>
        <p:spPr>
          <a:xfrm>
            <a:off x="9738360" y="2697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endParaRPr lang="en-US" sz="234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37033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Destino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41605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No outro computador, a mesma senha desfaz a árvore e revela o conteúdo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Camadas de segurança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12700">
            <a:solidFill>
              <a:srgbClr val="F4DAD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🧂</a:t>
            </a:r>
            <a:endParaRPr lang="en-US" sz="234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0136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Salt aleatório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21992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Cada arquivo gera um salt próprio — nunca reaproveita o mesmo fluxo de criptografia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12700">
            <a:solidFill>
              <a:srgbClr val="F4DADA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7"/>
          <p:cNvSpPr/>
          <p:nvPr/>
        </p:nvSpPr>
        <p:spPr>
          <a:xfrm>
            <a:off x="6172200" y="201168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10" name="Text 8"/>
          <p:cNvSpPr txBox="1"/>
          <p:nvPr/>
        </p:nvSpPr>
        <p:spPr>
          <a:xfrm>
            <a:off x="6172200" y="20116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🔑</a:t>
            </a:r>
            <a:endParaRPr lang="en-US" sz="234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80136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PBKDF2 (100 mil iterações)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221992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Torna ataques de força bruta contra a senha muito mais lentos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12700">
            <a:solidFill>
              <a:srgbClr val="F4DADA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Shape 12"/>
          <p:cNvSpPr/>
          <p:nvPr/>
        </p:nvSpPr>
        <p:spPr>
          <a:xfrm>
            <a:off x="822960" y="411480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🌳</a:t>
            </a:r>
            <a:endParaRPr lang="en-US" sz="234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90448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Árvore de Merkle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325112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Detecta corrupção ou adulteração do arquivo antes de tentar decifrar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370332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FBF1F1"/>
          </a:solidFill>
          <a:ln w="12700">
            <a:solidFill>
              <a:srgbClr val="F4DADA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822960" cy="82296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20" name="Text 18"/>
          <p:cNvSpPr txBox="1"/>
          <p:nvPr/>
        </p:nvSpPr>
        <p:spPr>
          <a:xfrm>
            <a:off x="6172200" y="4114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✅</a:t>
            </a:r>
            <a:endParaRPr lang="en-US" sz="234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90448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HMAC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325112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Rejeita com segurança qualquer tentativa com senha incorreta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Testes de segurança e integridade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990011"/>
          </a:solidFill>
        </p:spPr>
        <p:txBody>
          <a:bodyPr/>
          <a:lstStyle/>
          <a:p/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9/9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DAD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testes aprovados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DAD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Executados direto no código final (segurancadedadosp1.py)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916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6916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Mensagem recuperada igual à original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25856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5856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Senha errada rejeitada (HMAC)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25496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2549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Adulteração no início e no meio do arquivo detectada (Merkle)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392424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92424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Arquivo truncado/incompleto rejeitado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95935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959352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Mesma senha gera arquivos diferentes (salt aleatório)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5262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52628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Mensagens grandes (múltiplos blocos) sem repetição de fluxo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5093208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8F5A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09320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Acentuação e caracteres UTF-8 preservados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Ferramentas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74420" y="2194560"/>
            <a:ext cx="914400" cy="91440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4" name="Text 2"/>
          <p:cNvSpPr txBox="1"/>
          <p:nvPr/>
        </p:nvSpPr>
        <p:spPr>
          <a:xfrm>
            <a:off x="1074420" y="2194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🐍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Python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7588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Lógica de criptografia e cálculos matemáticos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23260" y="2194560"/>
            <a:ext cx="914400" cy="91440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8" name="Text 6"/>
          <p:cNvSpPr txBox="1"/>
          <p:nvPr/>
        </p:nvSpPr>
        <p:spPr>
          <a:xfrm>
            <a:off x="3223260" y="2194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🖥️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Tkinter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67588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Interface gráfica para o usuário final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72100" y="2194560"/>
            <a:ext cx="914400" cy="91440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12" name="Text 10"/>
          <p:cNvSpPr txBox="1"/>
          <p:nvPr/>
        </p:nvSpPr>
        <p:spPr>
          <a:xfrm>
            <a:off x="5372100" y="2194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🐙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Git + GitHub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67588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Controle de versão e histórico do código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20940" y="2194560"/>
            <a:ext cx="914400" cy="91440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16" name="Text 14"/>
          <p:cNvSpPr txBox="1"/>
          <p:nvPr/>
        </p:nvSpPr>
        <p:spPr>
          <a:xfrm>
            <a:off x="7520940" y="2194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📦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PyInstaller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67588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Empacota o código em um executável (.exe)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69780" y="2194560"/>
            <a:ext cx="914400" cy="914400"/>
          </a:xfrm>
          <a:prstGeom prst="ellipse">
            <a:avLst/>
          </a:prstGeom>
          <a:solidFill>
            <a:srgbClr val="F4DADA"/>
          </a:solidFill>
        </p:spPr>
        <p:txBody>
          <a:bodyPr/>
          <a:lstStyle/>
          <a:p/>
        </p:txBody>
      </p:sp>
      <p:sp>
        <p:nvSpPr>
          <p:cNvPr id="20" name="Text 18"/>
          <p:cNvSpPr txBox="1"/>
          <p:nvPr/>
        </p:nvSpPr>
        <p:spPr>
          <a:xfrm>
            <a:off x="9669780" y="2194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📋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Trello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675888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Organização de tarefas e acompanhamento do projeto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Equipe &amp; Gestão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BF1F1"/>
          </a:solidFill>
          <a:ln w="12700">
            <a:solidFill>
              <a:srgbClr val="F4DADA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Text 2"/>
          <p:cNvSpPr txBox="1"/>
          <p:nvPr/>
        </p:nvSpPr>
        <p:spPr>
          <a:xfrm>
            <a:off x="868680" y="18288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Erick Prata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677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Project Manager &amp; Desenvolvedor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44805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Documentação do projeto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Levantamento de requisitos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Lógica de criptografia por árvore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Interface gráfica (Tkinter)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Gravação/leitura no pendrive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Controle de versão (Git/GitHub)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BF1F1"/>
          </a:solidFill>
          <a:ln w="12700">
            <a:solidFill>
              <a:srgbClr val="F4DADA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6"/>
          <p:cNvSpPr txBox="1"/>
          <p:nvPr/>
        </p:nvSpPr>
        <p:spPr>
          <a:xfrm>
            <a:off x="6446520" y="18288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Daniel Tozato de Siqueira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677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Desenvolvedor &amp; Tester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834640"/>
            <a:ext cx="44805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Testes de segurança e integridade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Teste real de campo (Maricá → Niterói)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2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Empacotamento do executável (PyInstaller)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6060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Gestão de tarefas acompanhada em um quadro Trello (A Fazer / Fazendo / Testando / Concluído)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822960"/>
            <a:ext cx="1371600" cy="1371600"/>
          </a:xfrm>
          <a:prstGeom prst="ellipse">
            <a:avLst/>
          </a:prstGeom>
          <a:solidFill>
            <a:srgbClr val="6B0D14"/>
          </a:solidFill>
        </p:spPr>
        <p:txBody>
          <a:bodyPr/>
          <a:lstStyle/>
          <a:p/>
        </p:txBody>
      </p:sp>
      <p:sp>
        <p:nvSpPr>
          <p:cNvPr id="3" name="Text 1"/>
          <p:cNvSpPr txBox="1"/>
          <p:nvPr/>
        </p:nvSpPr>
        <p:spPr>
          <a:xfrm>
            <a:off x="5413248" y="8229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dirty="0">
                <a:solidFill>
                  <a:srgbClr val="00000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🔐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33172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Conclusão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3063240"/>
            <a:ext cx="88971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DADA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Este projeto une a necessidade prática de segurança logística de um empresário a uma solução tecnológica robusta, porém simples de operar.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3977640"/>
            <a:ext cx="889711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 panose="020F0502020204030204"/>
                <a:ea typeface="Calibri" pitchFamily="34" charset="0" panose="020F0502020204030204"/>
                <a:cs typeface="Calibri" pitchFamily="34" charset="0" panose="020F0502020204030204"/>
              </a:rPr>
              <a:t>Com a criptografia por árvore transportada via pendrive, a empresa do Marcio ganha autonomia, confidencialidade absoluta e proteção contra vazamentos entre Maricá e Niterói.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2026-09-18T22:27:39Z</dcterms:created>
  <dcterms:modified xsi:type="dcterms:W3CDTF">2026-09-18T22:29:08Z</dcterms:modified>
</cp:coreProperties>
</file>